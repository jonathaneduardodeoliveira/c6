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37F3C-CE68-020F-8D37-00F39A704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E9E006-4EBA-3A34-F9B0-F8416528B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0AE5CD-C52A-F195-C905-63665ECF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3B5D86-2F97-6408-BACC-D01DC281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811676-E7F3-C09F-58A9-4F79AA30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217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9420E-912D-0E61-6305-876F0D1C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D6EE14-BAE5-672C-7895-EC1DC95FD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3DB16-1FAB-54FD-5DFF-B96425D0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BF94CC-2BB0-8222-E289-4460FC3F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3E312D-B0BC-0D4C-CD5C-B4E3E87B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59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D93BF-5735-0B19-675A-050863FE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230198-98BE-C087-3EF3-1BD819CB1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1ECE01-AA05-C76D-DF50-9DE5813D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CABE8-9FA5-2176-0BD0-45DFFF14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28BFF7-D16C-362C-34C6-A95CA4BF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56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34F99-2E33-4CE6-B084-A4BF3310B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ACDA8F-6ECC-3AEE-61E1-C2D50C6DD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AEE186-EC60-3548-C394-4D148284C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BF8E5C-A5A8-F738-5D3E-B06586AF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548F76-73FF-D7E3-C3C9-429EFFDE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EA4A77-5A2E-B61F-3BF5-E5AE7C0F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18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06CA6-86AA-48B0-FE2F-BCEF8245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93CD54-1273-12E0-AAF1-696DB362D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9670D6-9BEF-5E29-3CBD-10D020803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A7560A-D7AF-6A71-3924-D45BEE96B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E91160-AACD-24D6-D51B-E175234CC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78464D-DB49-B49A-6978-348EDC9E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D42FE8-6A97-AA08-5143-ED8B191E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2BB787-FAF8-82C7-AE78-C6394FFC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36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8C083-AAD5-6192-1482-A57FB321B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BD98121-5FC2-8CD1-AF5E-7826A9EB8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EE0307-6765-AA6B-F390-76BF9810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F4A211-2F12-9C6B-7492-BE5C0D46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065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8297E9-614F-C104-A845-708E7E0B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1F1A3F-8DF4-DB86-3137-CA148439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0D1EC1-A5ED-2917-5721-18327117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07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AB254-F354-F953-7733-D5BB2E7F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2122B-C1B4-7554-4538-D04CC545A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DF9A94-BC4F-86D7-D886-72CFA088C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141773-EC6D-554C-A826-3C73AFA9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FF5C30-ADB0-9649-FEC3-7C77BCBE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921DA8-E9C5-75CE-2136-5565D27F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11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02831-B228-8A99-04DF-870BDE4C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47397A-D7EE-6D50-5187-0D3581F5F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9932B1-E8FD-5DA8-95AD-BA01B3F28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31534D-74F0-49CF-124E-F16274DB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00DAF6-67B6-F9FA-AA23-D0102F2A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B64A70-13F6-E395-2990-ED6F0F18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42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9341D-F6BD-215A-8856-F3661D80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92C939-C185-01F5-92C3-FCAFF843C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0F6E10-04CC-1907-D2F8-4BD7192F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A72C29-7ADA-7B8E-EF74-6C95DB3D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31C1F4-BB4E-CB2F-3FBF-13F067A8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61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116307-DDE7-01E2-15F4-F62F19C48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0D6295-EF42-D681-5251-859E5E26E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B0BCDE-05BC-C36C-661E-B8B12E45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926D93-E863-BA70-4EA4-0E7D8A5D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46168E-A675-DFC5-1230-B2B263E7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97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D69529-69E9-C3F4-B391-7DD0C059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FB577F-519C-F2CE-4C05-34F61DBA4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FA0B4C-C7F1-6149-9930-030C75465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F4079-D3C4-46BC-8B84-E32B2572CD3C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0F45BF-18B8-1455-726B-B092BF60B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82793B-17C2-DDF0-BD5A-5015ED62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F2E93-075C-47F3-BD5E-D094D24854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67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DA743-D575-E7CD-59B1-EF4055EE46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MINHA JORNADA NA TECNOLOGIA E NA VIDA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F46A5F-CA0B-8EC1-D6F9-52D60F401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Por Jonathan Eduardo de Oliveira.</a:t>
            </a:r>
          </a:p>
        </p:txBody>
      </p:sp>
    </p:spTree>
    <p:extLst>
      <p:ext uri="{BB962C8B-B14F-4D97-AF65-F5344CB8AC3E}">
        <p14:creationId xmlns:p14="http://schemas.microsoft.com/office/powerpoint/2010/main" val="98217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87A97-EFC2-78FB-E070-349290AE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Quem sou eu?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085CC-FDBC-17C3-BCDB-8D2004F28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Olá! Meu nome é Jonathan Eduardo de Oliveira, tenho 34 anos e sou uma pessoa com deficiência visual.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Sou apaixonado por tecnologia, acredito que ela é uma ponte entre o que somos e o que podemos realizar.</a:t>
            </a:r>
          </a:p>
        </p:txBody>
      </p:sp>
    </p:spTree>
    <p:extLst>
      <p:ext uri="{BB962C8B-B14F-4D97-AF65-F5344CB8AC3E}">
        <p14:creationId xmlns:p14="http://schemas.microsoft.com/office/powerpoint/2010/main" val="7971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F4ADE-A438-7223-E6AD-FA8A2AB3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Minha história com a visão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B60EA0-B69B-29D4-0364-DB2433920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Nasci com uma pequena perda de visão, algo quase imperceptível.</a:t>
            </a:r>
          </a:p>
          <a:p>
            <a:pPr marL="0" indent="0">
              <a:buNone/>
            </a:pPr>
            <a:r>
              <a:rPr lang="pt-BR" dirty="0"/>
              <a:t>Aos 16 anos, comecei a perceber dificuldades para enxergar à noite.</a:t>
            </a:r>
          </a:p>
          <a:p>
            <a:pPr marL="0" indent="0">
              <a:buNone/>
            </a:pPr>
            <a:r>
              <a:rPr lang="pt-BR" dirty="0"/>
              <a:t>Aos 18, a perda visual aumentou bastante.</a:t>
            </a:r>
          </a:p>
          <a:p>
            <a:pPr marL="0" indent="0">
              <a:buNone/>
            </a:pPr>
            <a:r>
              <a:rPr lang="pt-BR" dirty="0"/>
              <a:t>Com 20 anos, perdi totalmente a visão das cores e hoje percebo apenas claridade, sabendo distinguir dia e noite ou luz acesa e apagada.</a:t>
            </a:r>
          </a:p>
        </p:txBody>
      </p:sp>
    </p:spTree>
    <p:extLst>
      <p:ext uri="{BB962C8B-B14F-4D97-AF65-F5344CB8AC3E}">
        <p14:creationId xmlns:p14="http://schemas.microsoft.com/office/powerpoint/2010/main" val="219715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9A2DB-B079-381F-316E-6EED57A9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Deficiência Visual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B1C031-EA14-1043-A557-19177C325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 Deficiência Visual não define quem eu sou, mas faz parte de quem me tornei.</a:t>
            </a:r>
          </a:p>
          <a:p>
            <a:pPr marL="0" indent="0">
              <a:buNone/>
            </a:pPr>
            <a:r>
              <a:rPr lang="pt-BR" dirty="0"/>
              <a:t>Ela me ensinou a ser mais resiliente, criativo e persistente.</a:t>
            </a:r>
          </a:p>
          <a:p>
            <a:pPr marL="0" indent="0">
              <a:buNone/>
            </a:pPr>
            <a:r>
              <a:rPr lang="pt-BR" dirty="0"/>
              <a:t>Aprendi que enxergar vai muito além dos olhos, é sobre a visão de futuro, propósito e amor pelo que se faz.</a:t>
            </a:r>
          </a:p>
        </p:txBody>
      </p:sp>
    </p:spTree>
    <p:extLst>
      <p:ext uri="{BB962C8B-B14F-4D97-AF65-F5344CB8AC3E}">
        <p14:creationId xmlns:p14="http://schemas.microsoft.com/office/powerpoint/2010/main" val="56200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D7698-68FF-9DEB-2DC5-E2252D8A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Palavras importam 💬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B2AB78-9A0B-EE80-D5E3-66ECA39E9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6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dirty="0"/>
              <a:t>É importante lembrar que certas expressões podem ser ofensivas.</a:t>
            </a:r>
          </a:p>
          <a:p>
            <a:pPr marL="0" indent="0" algn="just">
              <a:buNone/>
            </a:pPr>
            <a:r>
              <a:rPr lang="pt-BR" dirty="0"/>
              <a:t>“Ceguinho, defeituoso, coitadinho, aquele cego, portador de deficiência”.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Além de se tratar de termos ofensivos, são expressões </a:t>
            </a:r>
            <a:r>
              <a:rPr lang="pt-BR" dirty="0" err="1"/>
              <a:t>capacitistas</a:t>
            </a:r>
            <a:r>
              <a:rPr lang="pt-BR" dirty="0"/>
              <a:t>. A expressão “portador de deficiência”, sugere algo temporário ou carregado, o que não é o caso.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São termos inadequados.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Prefira usar o termo “Deficiência Visual” ou simplesmente chame a pessoa pelo nome.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"Pessoa com Deficiência Visual", termo técnico e respeitoso, reconhecida pela legislação brasileira.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💬  O melhor respeito é ser reconhecido pelo nome, não pela deficiência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A linguagem respeitosa é o primeiro passo para a inclusão e para uma sociedade mais consciente.</a:t>
            </a:r>
          </a:p>
        </p:txBody>
      </p:sp>
    </p:spTree>
    <p:extLst>
      <p:ext uri="{BB962C8B-B14F-4D97-AF65-F5344CB8AC3E}">
        <p14:creationId xmlns:p14="http://schemas.microsoft.com/office/powerpoint/2010/main" val="2662336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21262-E643-D34D-69C9-E6B28CB2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Minha carreira na tecnologia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DB4AB0-66B3-E129-36BB-47E2A17A0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Desde cedo, a tecnologia despertou minha curiosidade.</a:t>
            </a:r>
          </a:p>
          <a:p>
            <a:pPr marL="0" indent="0">
              <a:buNone/>
            </a:pPr>
            <a:r>
              <a:rPr lang="pt-BR" dirty="0"/>
              <a:t>Quando eu ainda enxergava, aprendi sobre hardware e tive a chance de ver como tudo funciona por dentro.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Isso foi essencial para minha trajetória.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Já atuei como auxiliar de TI, Técnico de Infraestrutura N3 e hoje sou Desenvolvedor BACKEND.</a:t>
            </a:r>
          </a:p>
          <a:p>
            <a:pPr marL="0" indent="0">
              <a:buNone/>
            </a:pPr>
            <a:r>
              <a:rPr lang="pt-BR" dirty="0"/>
              <a:t>Tenho conhecimento avançado em Windows, básico em Linux e estou aprendendo </a:t>
            </a:r>
            <a:r>
              <a:rPr lang="pt-BR" dirty="0" err="1"/>
              <a:t>macOS</a:t>
            </a:r>
            <a:r>
              <a:rPr lang="pt-BR" dirty="0"/>
              <a:t>, com entusiasmo.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954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B64D3-B547-1E80-BD86-F096A9DD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Gratidão e futuro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DA5C0-DEDA-C776-E329-CF8B41DEF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Sou muito grato a todos que fizeram parte da minha jornada, em especial registro: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“Ao meu </a:t>
            </a:r>
            <a:r>
              <a:rPr lang="pt-BR" dirty="0" err="1"/>
              <a:t>ex-gestor</a:t>
            </a:r>
            <a:r>
              <a:rPr lang="pt-BR" dirty="0"/>
              <a:t> Gustavo,”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“Ao Cauê,”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“Ao Diego, meu atual gestor,”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“E a todo o time que caminha comigo.”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Cada desafio me trouxe aprendizado e cada conquista me fez mais feliz.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futuro é claro, mesmo sem enxergar, vejo longe.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266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AC317-7F93-8022-A2AC-4490619D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“A verdadeira visão nasce do coração.” 💙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96A941-0AA3-FCD9-ABC0-AC27DE24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Agradeço pela oportunidade de compartilhar um pouco da minha história.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Que ela inspire outras pessoas a acreditarem que nenhuma limitação impede o brilho de quem sonha.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6908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3D3D3D"/>
      </a:dk1>
      <a:lt1>
        <a:sysClr val="window" lastClr="FFFAE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490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MINHA JORNADA NA TECNOLOGIA E NA VIDA</vt:lpstr>
      <vt:lpstr>Quem sou eu?</vt:lpstr>
      <vt:lpstr>Minha história com a visão</vt:lpstr>
      <vt:lpstr>A Deficiência Visual</vt:lpstr>
      <vt:lpstr>Palavras importam 💬</vt:lpstr>
      <vt:lpstr>Minha carreira na tecnologia</vt:lpstr>
      <vt:lpstr>Gratidão e futuro</vt:lpstr>
      <vt:lpstr>“A verdadeira visão nasce do coração.” 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Alessandra Gomes da Silva</dc:creator>
  <cp:lastModifiedBy>Alessandra Gomes da Silva</cp:lastModifiedBy>
  <cp:revision>1</cp:revision>
  <dcterms:created xsi:type="dcterms:W3CDTF">2025-10-27T23:25:03Z</dcterms:created>
  <dcterms:modified xsi:type="dcterms:W3CDTF">2025-10-28T00:59:06Z</dcterms:modified>
</cp:coreProperties>
</file>